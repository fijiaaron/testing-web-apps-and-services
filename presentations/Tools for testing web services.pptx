
<file path=[Content_Types].xml><?xml version="1.0" encoding="utf-8"?>
<Types xmlns="http://schemas.openxmlformats.org/package/2006/content-types"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Slides/notesSlide1.xml" ContentType="application/vnd.openxmlformats-officedocument.presentationml.notesSlide+xml"/>
  <Default Extension="png" ContentType="image/png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7" r:id="rId2"/>
    <p:sldId id="258" r:id="rId3"/>
    <p:sldId id="259" r:id="rId4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69" d="100"/>
          <a:sy n="69" d="100"/>
        </p:scale>
        <p:origin x="-1416" y="-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0E57ED-9692-4494-837A-6B5237BA7989}" type="datetimeFigureOut">
              <a:rPr lang="en-US" smtClean="0"/>
              <a:t>3/15/2013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0AED0B-D41E-498F-AF02-63C3660D1526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20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From the top down: </a:t>
            </a:r>
            <a:endParaRPr lang="en-US" sz="1200" i="1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Browser, HTML, HTTP protocol, TCP/IP, sockets, DNS, routing. </a:t>
            </a:r>
          </a:p>
          <a:p>
            <a:endParaRPr lang="en-US" sz="1200" i="1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 want to go over the building blocks of a web application.  Not just the widgets and HTML &amp; JavaScript source files, but the underlying architecture, from packets on up to pixels, so we can test it from various perspectives.</a:t>
            </a:r>
          </a:p>
          <a:p>
            <a:endParaRPr lang="en-US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While it would be tedious to do all of testing at such a low level, sometimes it is useful in troubleshooting difficult problems.  And thinking of how the bits move will sometimes help you in planning for security or performance optimizations.</a:t>
            </a:r>
          </a:p>
          <a:p>
            <a:endParaRPr lang="en-US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Much of this may already be familiar to you, but bear with me.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20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From the top down: </a:t>
            </a:r>
            <a:endParaRPr lang="en-US" sz="1200" i="1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Browser, HTML, HTTP protocol, TCP/IP, sockets, DNS, routing. </a:t>
            </a:r>
          </a:p>
          <a:p>
            <a:endParaRPr lang="en-US" sz="1200" i="1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 want to go over the building blocks of a web application.  Not just the widgets and HTML &amp; JavaScript source files, but the underlying architecture, from packets on up to pixels, so we can test it from various perspectives.</a:t>
            </a:r>
          </a:p>
          <a:p>
            <a:endParaRPr lang="en-US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While it would be tedious to do all of testing at such a low level, sometimes it is useful in troubleshooting difficult problems.  And thinking of how the bits move will sometimes help you in planning for security or performance optimizations.</a:t>
            </a:r>
          </a:p>
          <a:p>
            <a:endParaRPr lang="en-US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Much of this may already be familiar to you, but bear with me.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20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From the top down: </a:t>
            </a:r>
            <a:endParaRPr lang="en-US" sz="1200" i="1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Browser, HTML, HTTP protocol, TCP/IP, sockets, DNS, routing. </a:t>
            </a:r>
          </a:p>
          <a:p>
            <a:endParaRPr lang="en-US" sz="1200" i="1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 want to go over the building blocks of a web application.  Not just the widgets and HTML &amp; JavaScript source files, but the underlying architecture, from packets on up to pixels, so we can test it from various perspectives.</a:t>
            </a:r>
          </a:p>
          <a:p>
            <a:endParaRPr lang="en-US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While it would be tedious to do all of testing at such a low level, sometimes it is useful in troubleshooting difficult problems.  And thinking of how the bits move will sometimes help you in planning for security or performance optimizations.</a:t>
            </a:r>
          </a:p>
          <a:p>
            <a:endParaRPr lang="en-US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Much of this may already be familiar to you, but bear with me.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3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7A184A-ADA6-4751-8E63-A4C1A2538450}" type="datetimeFigureOut">
              <a:rPr lang="en-US" smtClean="0"/>
              <a:t>3/15/2013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BC974E-B3DF-41BF-9A7B-181A757EC78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7A184A-ADA6-4751-8E63-A4C1A2538450}" type="datetimeFigureOut">
              <a:rPr lang="en-US" smtClean="0"/>
              <a:t>3/15/2013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BC974E-B3DF-41BF-9A7B-181A757EC78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7A184A-ADA6-4751-8E63-A4C1A2538450}" type="datetimeFigureOut">
              <a:rPr lang="en-US" smtClean="0"/>
              <a:t>3/15/2013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BC974E-B3DF-41BF-9A7B-181A757EC78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7A184A-ADA6-4751-8E63-A4C1A2538450}" type="datetimeFigureOut">
              <a:rPr lang="en-US" smtClean="0"/>
              <a:t>3/15/2013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BC974E-B3DF-41BF-9A7B-181A757EC78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7A184A-ADA6-4751-8E63-A4C1A2538450}" type="datetimeFigureOut">
              <a:rPr lang="en-US" smtClean="0"/>
              <a:t>3/15/2013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BC974E-B3DF-41BF-9A7B-181A757EC78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7A184A-ADA6-4751-8E63-A4C1A2538450}" type="datetimeFigureOut">
              <a:rPr lang="en-US" smtClean="0"/>
              <a:t>3/15/2013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BC974E-B3DF-41BF-9A7B-181A757EC78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7A184A-ADA6-4751-8E63-A4C1A2538450}" type="datetimeFigureOut">
              <a:rPr lang="en-US" smtClean="0"/>
              <a:t>3/15/2013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BC974E-B3DF-41BF-9A7B-181A757EC78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7A184A-ADA6-4751-8E63-A4C1A2538450}" type="datetimeFigureOut">
              <a:rPr lang="en-US" smtClean="0"/>
              <a:t>3/15/2013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BC974E-B3DF-41BF-9A7B-181A757EC78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7A184A-ADA6-4751-8E63-A4C1A2538450}" type="datetimeFigureOut">
              <a:rPr lang="en-US" smtClean="0"/>
              <a:t>3/15/2013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BC974E-B3DF-41BF-9A7B-181A757EC78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7A184A-ADA6-4751-8E63-A4C1A2538450}" type="datetimeFigureOut">
              <a:rPr lang="en-US" smtClean="0"/>
              <a:t>3/15/2013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BC974E-B3DF-41BF-9A7B-181A757EC78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7A184A-ADA6-4751-8E63-A4C1A2538450}" type="datetimeFigureOut">
              <a:rPr lang="en-US" smtClean="0"/>
              <a:t>3/15/2013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BC974E-B3DF-41BF-9A7B-181A757EC78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47A184A-ADA6-4751-8E63-A4C1A2538450}" type="datetimeFigureOut">
              <a:rPr lang="en-US" smtClean="0"/>
              <a:t>3/15/2013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BC974E-B3DF-41BF-9A7B-181A757EC78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://soapui.org/" TargetMode="Externa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Tools for testing web services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0" y="2057400"/>
            <a:ext cx="91440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Tools for </a:t>
            </a:r>
          </a:p>
          <a:p>
            <a:pPr algn="ctr"/>
            <a:r>
              <a:rPr lang="en-US" sz="4800" dirty="0" smtClean="0"/>
              <a:t>Testing Web Services</a:t>
            </a:r>
            <a:endParaRPr lang="en-US" sz="48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Tools for testing web services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0" y="6096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SOAPUI</a:t>
            </a:r>
            <a:endParaRPr lang="en-US" sz="4800" dirty="0" smtClean="0"/>
          </a:p>
        </p:txBody>
      </p:sp>
      <p:sp>
        <p:nvSpPr>
          <p:cNvPr id="7" name="TextBox 6"/>
          <p:cNvSpPr txBox="1"/>
          <p:nvPr/>
        </p:nvSpPr>
        <p:spPr>
          <a:xfrm>
            <a:off x="381000" y="1676400"/>
            <a:ext cx="87630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smtClean="0"/>
              <a:t>Open source web service testing application</a:t>
            </a:r>
          </a:p>
          <a:p>
            <a:r>
              <a:rPr lang="en-US" sz="3600" dirty="0" smtClean="0"/>
              <a:t>Written in Java</a:t>
            </a:r>
          </a:p>
          <a:p>
            <a:r>
              <a:rPr lang="en-US" sz="3600" dirty="0" smtClean="0"/>
              <a:t>Standalone GUI app</a:t>
            </a:r>
          </a:p>
          <a:p>
            <a:r>
              <a:rPr lang="en-US" sz="3600" dirty="0" err="1" smtClean="0"/>
              <a:t>Plugins</a:t>
            </a:r>
            <a:r>
              <a:rPr lang="en-US" sz="3600" dirty="0" smtClean="0"/>
              <a:t> for Eclipse, </a:t>
            </a:r>
            <a:r>
              <a:rPr lang="en-US" sz="3600" dirty="0" err="1" smtClean="0"/>
              <a:t>Netbeans</a:t>
            </a:r>
            <a:r>
              <a:rPr lang="en-US" sz="3600" dirty="0" smtClean="0"/>
              <a:t>, IDEA</a:t>
            </a:r>
          </a:p>
          <a:p>
            <a:r>
              <a:rPr lang="en-US" sz="3600" dirty="0" smtClean="0"/>
              <a:t>Pro version by </a:t>
            </a:r>
            <a:r>
              <a:rPr lang="en-US" sz="3600" dirty="0" err="1" smtClean="0"/>
              <a:t>SmartBear</a:t>
            </a:r>
            <a:endParaRPr lang="en-US" sz="3600" dirty="0" smtClean="0"/>
          </a:p>
        </p:txBody>
      </p:sp>
      <p:sp>
        <p:nvSpPr>
          <p:cNvPr id="9" name="TextBox 8"/>
          <p:cNvSpPr txBox="1"/>
          <p:nvPr/>
        </p:nvSpPr>
        <p:spPr>
          <a:xfrm>
            <a:off x="0" y="50292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>
                <a:hlinkClick r:id="rId5"/>
              </a:rPr>
              <a:t>http://soapui.org</a:t>
            </a:r>
            <a:r>
              <a:rPr lang="en-US" sz="4800" dirty="0" smtClean="0"/>
              <a:t> </a:t>
            </a:r>
            <a:endParaRPr lang="en-US" sz="48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allAtOnce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Tools for testing web services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0" y="6096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err="1" smtClean="0"/>
              <a:t>SoapUI</a:t>
            </a:r>
            <a:endParaRPr lang="en-US" sz="4800" dirty="0" smtClean="0"/>
          </a:p>
        </p:txBody>
      </p:sp>
      <p:sp>
        <p:nvSpPr>
          <p:cNvPr id="7" name="TextBox 6"/>
          <p:cNvSpPr txBox="1"/>
          <p:nvPr/>
        </p:nvSpPr>
        <p:spPr>
          <a:xfrm>
            <a:off x="381000" y="1676400"/>
            <a:ext cx="8763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3600" dirty="0" smtClean="0"/>
          </a:p>
        </p:txBody>
      </p:sp>
      <p:sp>
        <p:nvSpPr>
          <p:cNvPr id="12" name="TextBox 11"/>
          <p:cNvSpPr txBox="1"/>
          <p:nvPr/>
        </p:nvSpPr>
        <p:spPr>
          <a:xfrm>
            <a:off x="7772400" y="0"/>
            <a:ext cx="1371600" cy="58477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dirty="0" err="1" smtClean="0"/>
              <a:t>SoapUI</a:t>
            </a:r>
            <a:endParaRPr lang="en-US" sz="3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87</TotalTime>
  <Words>424</Words>
  <Application>Microsoft Office PowerPoint</Application>
  <PresentationFormat>On-screen Show (4:3)</PresentationFormat>
  <Paragraphs>41</Paragraphs>
  <Slides>3</Slides>
  <Notes>3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4" baseType="lpstr">
      <vt:lpstr>Office Theme</vt:lpstr>
      <vt:lpstr>Slide 1</vt:lpstr>
      <vt:lpstr>Slide 2</vt:lpstr>
      <vt:lpstr>Slide 3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Aaron Evans</dc:creator>
  <cp:lastModifiedBy>Aaron Evans</cp:lastModifiedBy>
  <cp:revision>1</cp:revision>
  <dcterms:created xsi:type="dcterms:W3CDTF">2013-03-16T01:57:10Z</dcterms:created>
  <dcterms:modified xsi:type="dcterms:W3CDTF">2013-03-16T03:24:43Z</dcterms:modified>
</cp:coreProperties>
</file>