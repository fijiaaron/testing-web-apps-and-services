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90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E57ED-9692-4494-837A-6B5237BA7989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AED0B-D41E-498F-AF02-63C3660D1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36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top down: </a:t>
            </a:r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Browser, HTML, HTTP protocol, TCP/IP, sockets, DNS, routing. </a:t>
            </a:r>
          </a:p>
          <a:p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go over the building blocks of a web application.  Not just the widgets and HTML &amp; JavaScript source files, but the underlying architecture, from packets on up to pixels, so we can test it from various perspectives.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 would be tedious to do all of testing at such a low level, sometimes it is useful in troubleshooting difficult problems.  And thinking of how the bits move will sometimes help you in planning for security or performance optimizations.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of this may already be familiar to you, but bear with me.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top down: </a:t>
            </a:r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Browser, HTML, HTTP protocol, TCP/IP, sockets, DNS, routing. </a:t>
            </a:r>
          </a:p>
          <a:p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go over the building blocks of a web application.  Not just the widgets and HTML &amp; JavaScript source files, but the underlying architecture, from packets on up to pixels, so we can test it from various perspectives.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 would be tedious to do all of testing at such a low level, sometimes it is useful in troubleshooting difficult problems.  And thinking of how the bits move will sometimes help you in planning for security or performance optimizations.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of this may already be familiar to you, but bear with me.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top down: </a:t>
            </a:r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Browser, HTML, HTTP protocol, TCP/IP, sockets, DNS, routing. </a:t>
            </a:r>
          </a:p>
          <a:p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go over the building blocks of a web application.  Not just the widgets and HTML &amp; JavaScript source files, but the underlying architecture, from packets on up to pixels, so we can test it from various perspectives.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 would be tedious to do all of testing at such a low level, sometimes it is useful in troubleshooting difficult problems.  And thinking of how the bits move will sometimes help you in planning for security or performance optimizations.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of this may already be familiar to you, but bear with me.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A184A-ADA6-4751-8E63-A4C1A2538450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C974E-B3DF-41BF-9A7B-181A757EC7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soapui.org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 for testing web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0574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Tools for </a:t>
            </a:r>
          </a:p>
          <a:p>
            <a:pPr algn="ctr"/>
            <a:r>
              <a:rPr lang="en-US" sz="4800" dirty="0" smtClean="0"/>
              <a:t>Testing Web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 for testing web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SOAPUI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676400"/>
            <a:ext cx="8763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Open source web service testing application</a:t>
            </a:r>
          </a:p>
          <a:p>
            <a:r>
              <a:rPr lang="en-US" sz="3600" dirty="0" smtClean="0"/>
              <a:t>Written in Java</a:t>
            </a:r>
          </a:p>
          <a:p>
            <a:r>
              <a:rPr lang="en-US" sz="3600" dirty="0" smtClean="0"/>
              <a:t>Standalone GUI app</a:t>
            </a:r>
          </a:p>
          <a:p>
            <a:r>
              <a:rPr lang="en-US" sz="3600" dirty="0" err="1" smtClean="0"/>
              <a:t>Plugins</a:t>
            </a:r>
            <a:r>
              <a:rPr lang="en-US" sz="3600" dirty="0" smtClean="0"/>
              <a:t> for Eclipse, </a:t>
            </a:r>
            <a:r>
              <a:rPr lang="en-US" sz="3600" dirty="0" err="1" smtClean="0"/>
              <a:t>Netbeans</a:t>
            </a:r>
            <a:r>
              <a:rPr lang="en-US" sz="3600" dirty="0" smtClean="0"/>
              <a:t>, IDEA</a:t>
            </a:r>
          </a:p>
          <a:p>
            <a:r>
              <a:rPr lang="en-US" sz="3600" dirty="0" smtClean="0"/>
              <a:t>Pro version by </a:t>
            </a:r>
            <a:r>
              <a:rPr lang="en-US" sz="3600" dirty="0" err="1" smtClean="0"/>
              <a:t>SmartBear</a:t>
            </a:r>
            <a:endParaRPr lang="en-US" sz="36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hlinkClick r:id="rId5"/>
              </a:rPr>
              <a:t>http://soapui.org</a:t>
            </a:r>
            <a:r>
              <a:rPr lang="en-US" sz="4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 for testing web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/>
              <a:t>SoapUI</a:t>
            </a:r>
            <a:endParaRPr lang="en-US" sz="4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381000" y="1676400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7772400" y="0"/>
            <a:ext cx="1371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err="1" smtClean="0"/>
              <a:t>SoapUI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424</Words>
  <Application>Microsoft Office PowerPoint</Application>
  <PresentationFormat>On-screen Show (4:3)</PresentationFormat>
  <Paragraphs>41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Evans</dc:creator>
  <cp:lastModifiedBy>Aaron Evans</cp:lastModifiedBy>
  <cp:revision>1</cp:revision>
  <dcterms:created xsi:type="dcterms:W3CDTF">2013-03-16T01:57:10Z</dcterms:created>
  <dcterms:modified xsi:type="dcterms:W3CDTF">2013-03-15T16:00:20Z</dcterms:modified>
</cp:coreProperties>
</file>