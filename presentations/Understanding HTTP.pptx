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96" y="-4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D5BA7-B707-45D4-A387-3F9FDC15B41A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B9FF4-AA6D-402C-8BBD-98529578E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55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68E330-6F11-4EB8-9125-0BEE82D1673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1C71-67CB-4B59-A913-96D3D28CB4D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9C03-38E8-41D9-9FE9-8743800C9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62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1C71-67CB-4B59-A913-96D3D28CB4D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9C03-38E8-41D9-9FE9-8743800C9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54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1C71-67CB-4B59-A913-96D3D28CB4D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9C03-38E8-41D9-9FE9-8743800C9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41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1C71-67CB-4B59-A913-96D3D28CB4D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9C03-38E8-41D9-9FE9-8743800C9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8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1C71-67CB-4B59-A913-96D3D28CB4D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9C03-38E8-41D9-9FE9-8743800C9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8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1C71-67CB-4B59-A913-96D3D28CB4D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9C03-38E8-41D9-9FE9-8743800C9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80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1C71-67CB-4B59-A913-96D3D28CB4D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9C03-38E8-41D9-9FE9-8743800C9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1C71-67CB-4B59-A913-96D3D28CB4D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9C03-38E8-41D9-9FE9-8743800C9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1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1C71-67CB-4B59-A913-96D3D28CB4D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9C03-38E8-41D9-9FE9-8743800C9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1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1C71-67CB-4B59-A913-96D3D28CB4D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9C03-38E8-41D9-9FE9-8743800C9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81C71-67CB-4B59-A913-96D3D28CB4D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19C03-38E8-41D9-9FE9-8743800C9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34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81C71-67CB-4B59-A913-96D3D28CB4D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19C03-38E8-41D9-9FE9-8743800C98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6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0"/>
            <a:ext cx="9144000" cy="762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905000" y="63246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Testing web applications</a:t>
            </a:r>
            <a:endParaRPr lang="en-US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21336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Understanding HTTP</a:t>
            </a:r>
            <a:endParaRPr lang="en-US" sz="4800" dirty="0" smtClean="0"/>
          </a:p>
        </p:txBody>
      </p:sp>
    </p:spTree>
    <p:extLst>
      <p:ext uri="{BB962C8B-B14F-4D97-AF65-F5344CB8AC3E}">
        <p14:creationId xmlns:p14="http://schemas.microsoft.com/office/powerpoint/2010/main" val="418303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Ancestry.com Operations,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Evans</dc:creator>
  <cp:lastModifiedBy>Aaron Evans</cp:lastModifiedBy>
  <cp:revision>2</cp:revision>
  <dcterms:created xsi:type="dcterms:W3CDTF">2013-03-12T20:52:24Z</dcterms:created>
  <dcterms:modified xsi:type="dcterms:W3CDTF">2013-03-12T20:53:20Z</dcterms:modified>
</cp:coreProperties>
</file>