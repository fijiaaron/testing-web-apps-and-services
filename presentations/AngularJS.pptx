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78" y="-3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33BF3-FD2D-4DB5-8E29-15EC4E5FF818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530F-D0DE-4F4B-BF2B-E0D63820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4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1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7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2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1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3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5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6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0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3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2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C9950-56BD-4811-91D6-F1EBB9B86152}" type="datetimeFigureOut">
              <a:rPr lang="en-US" smtClean="0"/>
              <a:t>3/15/2013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86562-10D8-43F1-B7FC-6010FF586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3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AngularJS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2133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/>
              <a:t>AngularJS</a:t>
            </a:r>
            <a:endParaRPr lang="en-US" sz="48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0759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Ancestry.com Operations,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Evans</dc:creator>
  <cp:lastModifiedBy>Aaron Evans</cp:lastModifiedBy>
  <cp:revision>2</cp:revision>
  <dcterms:created xsi:type="dcterms:W3CDTF">2013-03-15T22:14:54Z</dcterms:created>
  <dcterms:modified xsi:type="dcterms:W3CDTF">2013-03-15T22:18:19Z</dcterms:modified>
</cp:coreProperties>
</file>