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60" r:id="rId4"/>
    <p:sldId id="261" r:id="rId5"/>
    <p:sldId id="262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5951" autoAdjust="0"/>
  </p:normalViewPr>
  <p:slideViewPr>
    <p:cSldViewPr>
      <p:cViewPr varScale="1">
        <p:scale>
          <a:sx n="32" d="100"/>
          <a:sy n="32" d="100"/>
        </p:scale>
        <p:origin x="-2466" y="-90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516BE-303C-4073-A4FC-07E358FC6551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8E330-6F11-4EB8-9125-0BEE82D1673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400" baseline="0" dirty="0" smtClean="0">
                <a:solidFill>
                  <a:srgbClr val="FF0000"/>
                </a:solidFill>
              </a:rPr>
              <a:t>This is a note</a:t>
            </a:r>
            <a:endParaRPr lang="en-US" sz="1400" baseline="0" dirty="0" smtClean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aseline="0" dirty="0" smtClean="0"/>
              <a:t>1846 – Samuel B. Morse invented the telegraph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1920s – In the first part of the last century the teletype was invented.  Teletypes were different than 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1957 – Timesharing computers</a:t>
            </a:r>
          </a:p>
          <a:p>
            <a:endParaRPr lang="en-US" baseline="0" dirty="0" smtClean="0"/>
          </a:p>
          <a:p>
            <a:endParaRPr lang="en-US" baseline="0" dirty="0" smtClean="0"/>
          </a:p>
          <a:p>
            <a:endParaRPr lang="en-US" baseline="0" dirty="0" smtClean="0"/>
          </a:p>
          <a:p>
            <a:r>
              <a:rPr lang="en-US" baseline="0" dirty="0" smtClean="0"/>
              <a:t>1971 – Ray Tomlinson invented emails 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1978 – Spam 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 technical understanding of the web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 technical understanding </a:t>
            </a:r>
          </a:p>
          <a:p>
            <a:pPr algn="ctr"/>
            <a:r>
              <a:rPr lang="en-US" sz="4800" dirty="0" smtClean="0"/>
              <a:t>of the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48200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Day 1 – Section 2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 brief history of the internet</a:t>
            </a:r>
            <a:endParaRPr lang="en-US" sz="4800" dirty="0"/>
          </a:p>
        </p:txBody>
      </p:sp>
      <p:pic>
        <p:nvPicPr>
          <p:cNvPr id="8" name="Picture 7" descr="pac-man.gif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276600" y="2133600"/>
            <a:ext cx="2819400" cy="375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467600" y="0"/>
            <a:ext cx="1676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Timeline</a:t>
            </a:r>
            <a:endParaRPr lang="en-US" sz="3200" dirty="0"/>
          </a:p>
        </p:txBody>
      </p:sp>
      <p:sp>
        <p:nvSpPr>
          <p:cNvPr id="9" name="TextBox 8"/>
          <p:cNvSpPr txBox="1"/>
          <p:nvPr/>
        </p:nvSpPr>
        <p:spPr>
          <a:xfrm>
            <a:off x="0" y="609601"/>
            <a:ext cx="9144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1846 – Telegraph</a:t>
            </a:r>
          </a:p>
          <a:p>
            <a:r>
              <a:rPr lang="en-US" sz="3600" dirty="0" smtClean="0"/>
              <a:t>1920s </a:t>
            </a:r>
            <a:r>
              <a:rPr lang="en-US" sz="3600" dirty="0" smtClean="0"/>
              <a:t>– </a:t>
            </a:r>
            <a:r>
              <a:rPr lang="en-US" sz="3600" dirty="0" smtClean="0"/>
              <a:t>Teletypes invented</a:t>
            </a:r>
            <a:endParaRPr lang="en-US" sz="3600" dirty="0" smtClean="0"/>
          </a:p>
          <a:p>
            <a:r>
              <a:rPr lang="en-US" sz="3600" dirty="0" smtClean="0"/>
              <a:t>1957 – </a:t>
            </a:r>
            <a:r>
              <a:rPr lang="en-US" sz="3600" dirty="0" smtClean="0"/>
              <a:t>Timesharing systems</a:t>
            </a:r>
            <a:endParaRPr lang="en-US" sz="3600" dirty="0" smtClean="0"/>
          </a:p>
          <a:p>
            <a:r>
              <a:rPr lang="en-US" sz="3600" dirty="0" smtClean="0"/>
              <a:t>1958 – DARPA </a:t>
            </a:r>
            <a:r>
              <a:rPr lang="en-US" sz="3600" dirty="0" smtClean="0"/>
              <a:t>founded in response to Sputnik</a:t>
            </a:r>
            <a:endParaRPr lang="en-US" sz="3600" dirty="0" smtClean="0"/>
          </a:p>
          <a:p>
            <a:r>
              <a:rPr lang="en-US" sz="3600" dirty="0" smtClean="0"/>
              <a:t>1961 – Packet </a:t>
            </a:r>
            <a:r>
              <a:rPr lang="en-US" sz="3600" dirty="0" smtClean="0"/>
              <a:t>switching invented</a:t>
            </a:r>
          </a:p>
          <a:p>
            <a:r>
              <a:rPr lang="en-US" sz="3600" dirty="0" smtClean="0"/>
              <a:t>1962 – First network communication tested</a:t>
            </a:r>
          </a:p>
          <a:p>
            <a:r>
              <a:rPr lang="en-US" sz="3600" dirty="0" smtClean="0"/>
              <a:t>1969 </a:t>
            </a:r>
            <a:r>
              <a:rPr lang="en-US" sz="3600" dirty="0" smtClean="0"/>
              <a:t>– ARPANET </a:t>
            </a:r>
            <a:r>
              <a:rPr lang="en-US" sz="3600" dirty="0" smtClean="0"/>
              <a:t>created</a:t>
            </a:r>
          </a:p>
          <a:p>
            <a:r>
              <a:rPr lang="en-US" sz="3600" dirty="0" smtClean="0"/>
              <a:t>1969 – Unix operating system</a:t>
            </a:r>
            <a:endParaRPr lang="en-US" sz="3600" dirty="0" smtClean="0"/>
          </a:p>
          <a:p>
            <a:r>
              <a:rPr lang="en-US" sz="3600" dirty="0" smtClean="0"/>
              <a:t>1971 – Email invented</a:t>
            </a:r>
          </a:p>
          <a:p>
            <a:r>
              <a:rPr lang="en-US" sz="3600" dirty="0" smtClean="0"/>
              <a:t>1982 – TCP/IP protocol developed</a:t>
            </a: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467600" y="0"/>
            <a:ext cx="1676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Timeline</a:t>
            </a:r>
            <a:endParaRPr lang="en-US" sz="3200" dirty="0"/>
          </a:p>
        </p:txBody>
      </p:sp>
      <p:sp>
        <p:nvSpPr>
          <p:cNvPr id="9" name="TextBox 8"/>
          <p:cNvSpPr txBox="1"/>
          <p:nvPr/>
        </p:nvSpPr>
        <p:spPr>
          <a:xfrm>
            <a:off x="0" y="609600"/>
            <a:ext cx="9144000" cy="6338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1977 </a:t>
            </a:r>
            <a:r>
              <a:rPr lang="en-US" sz="3600" dirty="0" smtClean="0"/>
              <a:t>– The first modem for personal </a:t>
            </a:r>
            <a:r>
              <a:rPr lang="en-US" sz="3600" dirty="0" smtClean="0"/>
              <a:t>computers</a:t>
            </a:r>
            <a:endParaRPr lang="en-US" sz="3600" dirty="0" smtClean="0"/>
          </a:p>
          <a:p>
            <a:r>
              <a:rPr lang="en-US" sz="3600" dirty="0" smtClean="0"/>
              <a:t>1984 – Domain Name System </a:t>
            </a:r>
          </a:p>
          <a:p>
            <a:r>
              <a:rPr lang="en-US" sz="3600" dirty="0" smtClean="0"/>
              <a:t>1980s – Bulletin Board Systems</a:t>
            </a:r>
            <a:endParaRPr lang="en-US" sz="3600" dirty="0" smtClean="0"/>
          </a:p>
          <a:p>
            <a:r>
              <a:rPr lang="en-US" sz="3600" dirty="0" smtClean="0"/>
              <a:t>1990 – Dial up internet access</a:t>
            </a:r>
          </a:p>
          <a:p>
            <a:r>
              <a:rPr lang="en-US" sz="3600" dirty="0" smtClean="0"/>
              <a:t>1991 – America Online</a:t>
            </a:r>
          </a:p>
          <a:p>
            <a:r>
              <a:rPr lang="en-US" sz="3600" dirty="0" smtClean="0"/>
              <a:t>1991 – Tim Berners-Lee’s “World Wide Web”</a:t>
            </a:r>
          </a:p>
          <a:p>
            <a:r>
              <a:rPr lang="en-US" sz="3600" dirty="0" smtClean="0"/>
              <a:t>1993 – Mosaic browser</a:t>
            </a:r>
          </a:p>
          <a:p>
            <a:r>
              <a:rPr lang="en-US" sz="3600" dirty="0" smtClean="0"/>
              <a:t>1994 – Netscape founded</a:t>
            </a:r>
          </a:p>
          <a:p>
            <a:r>
              <a:rPr lang="en-US" sz="3600" dirty="0" smtClean="0"/>
              <a:t>1995 – JavaScript</a:t>
            </a:r>
          </a:p>
          <a:p>
            <a:r>
              <a:rPr lang="en-US" sz="3600" dirty="0" smtClean="0"/>
              <a:t>1995 – Commercialization of the </a:t>
            </a:r>
            <a:r>
              <a:rPr lang="en-US" sz="3600" dirty="0" smtClean="0"/>
              <a:t>internet</a:t>
            </a:r>
            <a:endParaRPr lang="en-US" sz="3600" dirty="0" smtClean="0"/>
          </a:p>
          <a:p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467600" y="0"/>
            <a:ext cx="1676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Timeline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Networks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4913</TotalTime>
  <Words>199</Words>
  <Application>Microsoft Office PowerPoint</Application>
  <PresentationFormat>On-screen Show (4:3)</PresentationFormat>
  <Paragraphs>50</Paragraphs>
  <Slides>5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Slide 1</vt:lpstr>
      <vt:lpstr>Slide 2</vt:lpstr>
      <vt:lpstr>Slide 3</vt:lpstr>
      <vt:lpstr>Slide 4</vt:lpstr>
      <vt:lpstr>Slide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102</cp:revision>
  <dcterms:created xsi:type="dcterms:W3CDTF">2013-02-19T03:44:03Z</dcterms:created>
  <dcterms:modified xsi:type="dcterms:W3CDTF">2013-03-07T13:46:41Z</dcterms:modified>
</cp:coreProperties>
</file>