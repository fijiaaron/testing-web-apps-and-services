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67" r:id="rId3"/>
    <p:sldId id="264" r:id="rId4"/>
    <p:sldId id="261" r:id="rId5"/>
    <p:sldId id="260" r:id="rId6"/>
    <p:sldId id="262" r:id="rId7"/>
    <p:sldId id="263" r:id="rId8"/>
    <p:sldId id="265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78" y="-4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E6A92-F7B9-4134-8198-FEF684945F51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5CE8E-8230-479B-A3A1-200850AAD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059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 I/O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 disk space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–h</a:t>
            </a:r>
          </a:p>
          <a:p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ED230-9DFB-41CE-85FB-4657546E8473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B82D-A0F9-4AE4-9C26-DE343BD8E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0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ED230-9DFB-41CE-85FB-4657546E8473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B82D-A0F9-4AE4-9C26-DE343BD8E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58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ED230-9DFB-41CE-85FB-4657546E8473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B82D-A0F9-4AE4-9C26-DE343BD8E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16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ED230-9DFB-41CE-85FB-4657546E8473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B82D-A0F9-4AE4-9C26-DE343BD8E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02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ED230-9DFB-41CE-85FB-4657546E8473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B82D-A0F9-4AE4-9C26-DE343BD8E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08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ED230-9DFB-41CE-85FB-4657546E8473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B82D-A0F9-4AE4-9C26-DE343BD8E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57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ED230-9DFB-41CE-85FB-4657546E8473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B82D-A0F9-4AE4-9C26-DE343BD8E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88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ED230-9DFB-41CE-85FB-4657546E8473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B82D-A0F9-4AE4-9C26-DE343BD8E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34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ED230-9DFB-41CE-85FB-4657546E8473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B82D-A0F9-4AE4-9C26-DE343BD8E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16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ED230-9DFB-41CE-85FB-4657546E8473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B82D-A0F9-4AE4-9C26-DE343BD8E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1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ED230-9DFB-41CE-85FB-4657546E8473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BB82D-A0F9-4AE4-9C26-DE343BD8E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22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ED230-9DFB-41CE-85FB-4657546E8473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BB82D-A0F9-4AE4-9C26-DE343BD8E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68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Server Side validation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0" y="21336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Server Side Validation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43800" y="0"/>
            <a:ext cx="1600200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Server Side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2218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Server Side validation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0" y="1066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Connecting to a remote server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43800" y="0"/>
            <a:ext cx="1600200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Server Side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2209800"/>
            <a:ext cx="79629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SSH / Putty</a:t>
            </a:r>
          </a:p>
          <a:p>
            <a:r>
              <a:rPr lang="en-US" sz="3600" dirty="0" smtClean="0"/>
              <a:t>VNC</a:t>
            </a:r>
          </a:p>
          <a:p>
            <a:r>
              <a:rPr lang="en-US" sz="3600" dirty="0" smtClean="0"/>
              <a:t>Remote desktop</a:t>
            </a:r>
          </a:p>
          <a:p>
            <a:r>
              <a:rPr lang="en-US" sz="3600" dirty="0" smtClean="0"/>
              <a:t>Citrix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0536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Server side validation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9978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Viewing log files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2286000"/>
            <a:ext cx="7315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Command line apps for viewing logs</a:t>
            </a:r>
          </a:p>
          <a:p>
            <a:pPr lvl="1"/>
            <a:r>
              <a:rPr lang="en-US" sz="2400" dirty="0" smtClean="0"/>
              <a:t>cat, tail, less</a:t>
            </a:r>
          </a:p>
          <a:p>
            <a:endParaRPr lang="en-US" sz="3600" dirty="0"/>
          </a:p>
          <a:p>
            <a:r>
              <a:rPr lang="en-US" sz="3600" dirty="0" smtClean="0"/>
              <a:t>GUI apps for viewing 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0"/>
            <a:ext cx="1600200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Server Side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886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Server side validation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0" y="1143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Checking Server Status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43800" y="0"/>
            <a:ext cx="1600200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Server Side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533400" y="2274838"/>
            <a:ext cx="6324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/>
              <a:t>Processes</a:t>
            </a:r>
          </a:p>
          <a:p>
            <a:r>
              <a:rPr lang="en-US" sz="2400" dirty="0"/>
              <a:t>	</a:t>
            </a:r>
            <a:r>
              <a:rPr lang="en-US" sz="2400" dirty="0" err="1" smtClean="0"/>
              <a:t>ps</a:t>
            </a:r>
            <a:r>
              <a:rPr lang="en-US" sz="2400" dirty="0"/>
              <a:t> </a:t>
            </a:r>
            <a:r>
              <a:rPr lang="en-US" sz="2400" dirty="0" smtClean="0"/>
              <a:t>–</a:t>
            </a:r>
            <a:r>
              <a:rPr lang="en-US" sz="2400" dirty="0" err="1" smtClean="0"/>
              <a:t>ef</a:t>
            </a:r>
            <a:r>
              <a:rPr lang="en-US" sz="2400" dirty="0" smtClean="0"/>
              <a:t> | </a:t>
            </a:r>
            <a:r>
              <a:rPr lang="en-US" sz="2400" dirty="0" err="1" smtClean="0"/>
              <a:t>grep</a:t>
            </a:r>
            <a:r>
              <a:rPr lang="en-US" sz="2400" dirty="0" smtClean="0"/>
              <a:t> java</a:t>
            </a:r>
          </a:p>
          <a:p>
            <a:endParaRPr lang="en-US" sz="2400" dirty="0"/>
          </a:p>
          <a:p>
            <a:r>
              <a:rPr lang="en-US" sz="3600" dirty="0" smtClean="0"/>
              <a:t>Service status</a:t>
            </a:r>
          </a:p>
          <a:p>
            <a:r>
              <a:rPr lang="en-US" sz="2400" dirty="0" smtClean="0"/>
              <a:t>	/</a:t>
            </a:r>
            <a:r>
              <a:rPr lang="en-US" sz="2400" dirty="0" err="1" smtClean="0"/>
              <a:t>etc</a:t>
            </a:r>
            <a:r>
              <a:rPr lang="en-US" sz="2400" dirty="0" smtClean="0"/>
              <a:t>/</a:t>
            </a:r>
            <a:r>
              <a:rPr lang="en-US" sz="2400" dirty="0" err="1" smtClean="0"/>
              <a:t>init.d</a:t>
            </a:r>
            <a:endParaRPr lang="en-US" sz="2400" dirty="0" smtClean="0"/>
          </a:p>
          <a:p>
            <a:endParaRPr lang="en-US" sz="3600" dirty="0"/>
          </a:p>
          <a:p>
            <a:r>
              <a:rPr lang="en-US" sz="3600" dirty="0" smtClean="0"/>
              <a:t>Restarting services</a:t>
            </a:r>
          </a:p>
        </p:txBody>
      </p:sp>
    </p:spTree>
    <p:extLst>
      <p:ext uri="{BB962C8B-B14F-4D97-AF65-F5344CB8AC3E}">
        <p14:creationId xmlns:p14="http://schemas.microsoft.com/office/powerpoint/2010/main" val="318310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Server side validation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0" y="1143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Deploying Web Apps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43800" y="0"/>
            <a:ext cx="1600200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Server Side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533400" y="2274838"/>
            <a:ext cx="6324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err="1" smtClean="0"/>
              <a:t>JBoss</a:t>
            </a:r>
            <a:r>
              <a:rPr lang="en-US" sz="3600" dirty="0" smtClean="0"/>
              <a:t> / Tomcat</a:t>
            </a:r>
          </a:p>
          <a:p>
            <a:r>
              <a:rPr lang="en-US" sz="3600" dirty="0" smtClean="0"/>
              <a:t>WARS &amp; EARS</a:t>
            </a:r>
          </a:p>
          <a:p>
            <a:r>
              <a:rPr lang="en-US" sz="3600" dirty="0" smtClean="0"/>
              <a:t>Node.js</a:t>
            </a:r>
          </a:p>
          <a:p>
            <a:r>
              <a:rPr lang="en-US" sz="3600" dirty="0" smtClean="0"/>
              <a:t>Apache / </a:t>
            </a:r>
            <a:r>
              <a:rPr lang="en-US" sz="3600" dirty="0" err="1" smtClean="0"/>
              <a:t>NginX</a:t>
            </a:r>
            <a:endParaRPr lang="en-US" sz="3600" dirty="0" smtClean="0"/>
          </a:p>
          <a:p>
            <a:r>
              <a:rPr lang="en-US" sz="3600" dirty="0" smtClean="0"/>
              <a:t>Static content</a:t>
            </a:r>
            <a:endParaRPr lang="en-US" sz="3600" dirty="0"/>
          </a:p>
          <a:p>
            <a:r>
              <a:rPr lang="en-US" sz="3600" dirty="0" smtClean="0"/>
              <a:t>Proxies 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503 Service Unavailable</a:t>
            </a:r>
          </a:p>
        </p:txBody>
      </p:sp>
    </p:spTree>
    <p:extLst>
      <p:ext uri="{BB962C8B-B14F-4D97-AF65-F5344CB8AC3E}">
        <p14:creationId xmlns:p14="http://schemas.microsoft.com/office/powerpoint/2010/main" val="95003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Server side validation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Monitor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2057400"/>
            <a:ext cx="73152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CPU and memory usage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top</a:t>
            </a:r>
          </a:p>
          <a:p>
            <a:endParaRPr lang="en-US" sz="2400" dirty="0" smtClean="0"/>
          </a:p>
          <a:p>
            <a:r>
              <a:rPr lang="en-US" sz="3600" dirty="0" smtClean="0"/>
              <a:t>Processes &amp; threads</a:t>
            </a:r>
          </a:p>
          <a:p>
            <a:r>
              <a:rPr lang="en-US" sz="2400" dirty="0"/>
              <a:t>	</a:t>
            </a:r>
            <a:r>
              <a:rPr lang="en-US" sz="2400" dirty="0" err="1" smtClean="0"/>
              <a:t>ps</a:t>
            </a:r>
            <a:endParaRPr lang="en-US" sz="2400" dirty="0"/>
          </a:p>
          <a:p>
            <a:endParaRPr lang="en-US" sz="2400" dirty="0" smtClean="0"/>
          </a:p>
          <a:p>
            <a:r>
              <a:rPr lang="en-US" sz="3600" dirty="0" smtClean="0"/>
              <a:t>I/O and disk space</a:t>
            </a:r>
          </a:p>
          <a:p>
            <a:r>
              <a:rPr lang="en-US" sz="2400" dirty="0"/>
              <a:t>	</a:t>
            </a:r>
            <a:r>
              <a:rPr lang="en-US" sz="2400" dirty="0" err="1" smtClean="0"/>
              <a:t>iotop</a:t>
            </a:r>
            <a:endParaRPr lang="en-US" sz="2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7543800" y="0"/>
            <a:ext cx="1600200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Server Side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9408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Server side validation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Testing on the server</a:t>
            </a:r>
            <a:endParaRPr lang="en-US" sz="4800" dirty="0"/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1828800"/>
            <a:ext cx="731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Testing controllers</a:t>
            </a:r>
            <a:endParaRPr lang="en-US" sz="3600" dirty="0"/>
          </a:p>
          <a:p>
            <a:r>
              <a:rPr lang="en-US" sz="3600" dirty="0" smtClean="0"/>
              <a:t>Testing business objects</a:t>
            </a:r>
          </a:p>
          <a:p>
            <a:r>
              <a:rPr lang="en-US" sz="3600" dirty="0" smtClean="0"/>
              <a:t>Verifying data in the database</a:t>
            </a:r>
          </a:p>
          <a:p>
            <a:r>
              <a:rPr lang="en-US" sz="3600" dirty="0" smtClean="0"/>
              <a:t>Debug output in log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0"/>
            <a:ext cx="1600200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Server Side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888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Server side validation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762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Troubleshooting Sessions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1828800"/>
            <a:ext cx="7315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Sessions</a:t>
            </a:r>
          </a:p>
          <a:p>
            <a:pPr lvl="1"/>
            <a:r>
              <a:rPr lang="en-US" sz="2400" dirty="0" err="1" smtClean="0"/>
              <a:t>jsessionId</a:t>
            </a:r>
            <a:endParaRPr lang="en-US" sz="2400" dirty="0" smtClean="0"/>
          </a:p>
          <a:p>
            <a:pPr lvl="1"/>
            <a:endParaRPr lang="en-US" sz="2400" dirty="0" smtClean="0"/>
          </a:p>
          <a:p>
            <a:r>
              <a:rPr lang="en-US" sz="3600" dirty="0" smtClean="0"/>
              <a:t>Load balancers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0"/>
            <a:ext cx="1600200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Server Side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852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Server side validation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461665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Exercise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96677" y="1217042"/>
            <a:ext cx="7848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Connecting to a remote server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ssh</a:t>
            </a:r>
            <a:r>
              <a:rPr lang="en-US" sz="2400" dirty="0" smtClean="0"/>
              <a:t>, putty</a:t>
            </a:r>
          </a:p>
          <a:p>
            <a:r>
              <a:rPr lang="en-US" sz="3600" dirty="0" smtClean="0"/>
              <a:t>Viewing logs on the server</a:t>
            </a:r>
          </a:p>
          <a:p>
            <a:r>
              <a:rPr lang="en-US" sz="2400" dirty="0" smtClean="0"/>
              <a:t>	tail, cat, less</a:t>
            </a:r>
            <a:endParaRPr lang="en-US" sz="2400" dirty="0"/>
          </a:p>
          <a:p>
            <a:r>
              <a:rPr lang="en-US" sz="3600" dirty="0" smtClean="0"/>
              <a:t>Monitoring performance on the server</a:t>
            </a:r>
          </a:p>
          <a:p>
            <a:r>
              <a:rPr lang="en-US" sz="2400" dirty="0" smtClean="0"/>
              <a:t>	top, </a:t>
            </a:r>
            <a:r>
              <a:rPr lang="en-US" sz="2400" dirty="0" err="1" smtClean="0"/>
              <a:t>iotop</a:t>
            </a:r>
            <a:endParaRPr lang="en-US" sz="2400" dirty="0" smtClean="0"/>
          </a:p>
          <a:p>
            <a:r>
              <a:rPr lang="en-US" sz="3600" dirty="0" smtClean="0"/>
              <a:t>Process management on the server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ps</a:t>
            </a:r>
            <a:r>
              <a:rPr lang="en-US" sz="2400" dirty="0" smtClean="0"/>
              <a:t>, kill</a:t>
            </a:r>
            <a:endParaRPr lang="en-US" sz="2400" dirty="0"/>
          </a:p>
          <a:p>
            <a:r>
              <a:rPr lang="en-US" sz="3600" dirty="0" smtClean="0"/>
              <a:t>Viewing disk space on the server</a:t>
            </a:r>
          </a:p>
          <a:p>
            <a:r>
              <a:rPr lang="en-US" sz="2400" dirty="0" smtClean="0"/>
              <a:t>	</a:t>
            </a:r>
            <a:r>
              <a:rPr lang="en-US" sz="2400" dirty="0" err="1" smtClean="0"/>
              <a:t>df</a:t>
            </a:r>
            <a:endParaRPr lang="en-US" sz="2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7543800" y="0"/>
            <a:ext cx="1600200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Server Side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7084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163</Words>
  <Application>Microsoft Office PowerPoint</Application>
  <PresentationFormat>On-screen Show (4:3)</PresentationFormat>
  <Paragraphs>96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Ancestry.com Operations,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Evans</dc:creator>
  <cp:lastModifiedBy>Aaron Evans</cp:lastModifiedBy>
  <cp:revision>26</cp:revision>
  <dcterms:created xsi:type="dcterms:W3CDTF">2013-03-12T22:54:46Z</dcterms:created>
  <dcterms:modified xsi:type="dcterms:W3CDTF">2013-03-12T23:40:50Z</dcterms:modified>
</cp:coreProperties>
</file>