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4914" autoAdjust="0"/>
  </p:normalViewPr>
  <p:slideViewPr>
    <p:cSldViewPr>
      <p:cViewPr varScale="1">
        <p:scale>
          <a:sx n="80" d="100"/>
          <a:sy n="80" d="100"/>
        </p:scale>
        <p:origin x="-258" y="-8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B12C2AF-FB53-4902-8686-E189B5D70A4D}" type="datetimeFigureOut">
              <a:rPr lang="en-US" smtClean="0"/>
              <a:t>3/8/2013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90A91D8-B09E-45D4-9BBC-197DC95408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55374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2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3</a:t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4</a:t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5</a:t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6</a:t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7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F76D1-06A1-4878-995B-DD4F41EEDC53}" type="datetimeFigureOut">
              <a:rPr lang="en-US" smtClean="0"/>
              <a:t>3/8/2013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88E32E-B502-4D4E-9A85-885C141E83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0779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F76D1-06A1-4878-995B-DD4F41EEDC53}" type="datetimeFigureOut">
              <a:rPr lang="en-US" smtClean="0"/>
              <a:t>3/8/2013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88E32E-B502-4D4E-9A85-885C141E83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20503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F76D1-06A1-4878-995B-DD4F41EEDC53}" type="datetimeFigureOut">
              <a:rPr lang="en-US" smtClean="0"/>
              <a:t>3/8/2013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88E32E-B502-4D4E-9A85-885C141E83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75657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F76D1-06A1-4878-995B-DD4F41EEDC53}" type="datetimeFigureOut">
              <a:rPr lang="en-US" smtClean="0"/>
              <a:t>3/8/2013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88E32E-B502-4D4E-9A85-885C141E83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73508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F76D1-06A1-4878-995B-DD4F41EEDC53}" type="datetimeFigureOut">
              <a:rPr lang="en-US" smtClean="0"/>
              <a:t>3/8/2013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88E32E-B502-4D4E-9A85-885C141E83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58009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F76D1-06A1-4878-995B-DD4F41EEDC53}" type="datetimeFigureOut">
              <a:rPr lang="en-US" smtClean="0"/>
              <a:t>3/8/2013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88E32E-B502-4D4E-9A85-885C141E83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04642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F76D1-06A1-4878-995B-DD4F41EEDC53}" type="datetimeFigureOut">
              <a:rPr lang="en-US" smtClean="0"/>
              <a:t>3/8/2013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88E32E-B502-4D4E-9A85-885C141E83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92743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F76D1-06A1-4878-995B-DD4F41EEDC53}" type="datetimeFigureOut">
              <a:rPr lang="en-US" smtClean="0"/>
              <a:t>3/8/2013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88E32E-B502-4D4E-9A85-885C141E83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19930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F76D1-06A1-4878-995B-DD4F41EEDC53}" type="datetimeFigureOut">
              <a:rPr lang="en-US" smtClean="0"/>
              <a:t>3/8/2013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88E32E-B502-4D4E-9A85-885C141E83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96372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F76D1-06A1-4878-995B-DD4F41EEDC53}" type="datetimeFigureOut">
              <a:rPr lang="en-US" smtClean="0"/>
              <a:t>3/8/2013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88E32E-B502-4D4E-9A85-885C141E83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84076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F76D1-06A1-4878-995B-DD4F41EEDC53}" type="datetimeFigureOut">
              <a:rPr lang="en-US" smtClean="0"/>
              <a:t>3/8/2013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88E32E-B502-4D4E-9A85-885C141E83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88108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FAF76D1-06A1-4878-995B-DD4F41EEDC53}" type="datetimeFigureOut">
              <a:rPr lang="en-US" smtClean="0"/>
              <a:t>3/8/2013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288E32E-B502-4D4E-9A85-885C141E83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27023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1905000" y="6324600"/>
            <a:ext cx="464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Testing web applications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8" name="TextBox 17"/>
          <p:cNvSpPr txBox="1"/>
          <p:nvPr/>
        </p:nvSpPr>
        <p:spPr>
          <a:xfrm>
            <a:off x="0" y="21336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Testing Web Applications</a:t>
            </a:r>
            <a:endParaRPr lang="en-US" sz="4800" dirty="0" smtClean="0"/>
          </a:p>
        </p:txBody>
      </p:sp>
    </p:spTree>
    <p:extLst>
      <p:ext uri="{BB962C8B-B14F-4D97-AF65-F5344CB8AC3E}">
        <p14:creationId xmlns:p14="http://schemas.microsoft.com/office/powerpoint/2010/main" val="22258400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1905000" y="6324600"/>
            <a:ext cx="464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Testing web applications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8" name="TextBox 17"/>
          <p:cNvSpPr txBox="1"/>
          <p:nvPr/>
        </p:nvSpPr>
        <p:spPr>
          <a:xfrm>
            <a:off x="0" y="7620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What’s in a web app?</a:t>
            </a:r>
            <a:endParaRPr lang="en-US" sz="4800" dirty="0" smtClean="0"/>
          </a:p>
        </p:txBody>
      </p:sp>
      <p:sp>
        <p:nvSpPr>
          <p:cNvPr id="7" name="TextBox 6"/>
          <p:cNvSpPr txBox="1"/>
          <p:nvPr/>
        </p:nvSpPr>
        <p:spPr>
          <a:xfrm>
            <a:off x="533400" y="1602893"/>
            <a:ext cx="358140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u="sng" dirty="0" smtClean="0"/>
              <a:t>Client (Browser)</a:t>
            </a:r>
          </a:p>
          <a:p>
            <a:pPr marL="457200" indent="-457200">
              <a:buFont typeface="Calibri" pitchFamily="34" charset="0"/>
              <a:buChar char="›"/>
            </a:pPr>
            <a:r>
              <a:rPr lang="en-US" sz="3600" dirty="0" smtClean="0"/>
              <a:t>HTML</a:t>
            </a:r>
          </a:p>
          <a:p>
            <a:pPr marL="457200" indent="-457200">
              <a:buFont typeface="Calibri" pitchFamily="34" charset="0"/>
              <a:buChar char="›"/>
            </a:pPr>
            <a:r>
              <a:rPr lang="en-US" sz="3600" dirty="0" smtClean="0"/>
              <a:t>CSS</a:t>
            </a:r>
          </a:p>
          <a:p>
            <a:pPr marL="457200" indent="-457200">
              <a:buFont typeface="Calibri" pitchFamily="34" charset="0"/>
              <a:buChar char="›"/>
            </a:pPr>
            <a:r>
              <a:rPr lang="en-US" sz="3600" dirty="0" smtClean="0"/>
              <a:t>JavaScript</a:t>
            </a:r>
          </a:p>
          <a:p>
            <a:pPr marL="457200" indent="-457200">
              <a:buFont typeface="Calibri" pitchFamily="34" charset="0"/>
              <a:buChar char="›"/>
            </a:pPr>
            <a:r>
              <a:rPr lang="en-US" sz="3600" dirty="0" smtClean="0"/>
              <a:t>Cookies</a:t>
            </a:r>
          </a:p>
          <a:p>
            <a:pPr marL="457200" indent="-457200">
              <a:buFont typeface="Calibri" pitchFamily="34" charset="0"/>
              <a:buChar char="›"/>
            </a:pPr>
            <a:r>
              <a:rPr lang="en-US" sz="3600" dirty="0" smtClean="0"/>
              <a:t>Network </a:t>
            </a:r>
            <a:endParaRPr lang="en-US" sz="3600" dirty="0"/>
          </a:p>
          <a:p>
            <a:pPr marL="457200" indent="-457200">
              <a:buFont typeface="Calibri" pitchFamily="34" charset="0"/>
              <a:buChar char="›"/>
            </a:pPr>
            <a:r>
              <a:rPr lang="en-US" sz="3600" dirty="0" smtClean="0"/>
              <a:t>Rendering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24400" y="1602893"/>
            <a:ext cx="4066309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u="sng" dirty="0" smtClean="0"/>
              <a:t>Server</a:t>
            </a:r>
          </a:p>
          <a:p>
            <a:pPr marL="457200" indent="-457200">
              <a:buFont typeface="Calibri" pitchFamily="34" charset="0"/>
              <a:buChar char="›"/>
            </a:pPr>
            <a:r>
              <a:rPr lang="en-US" sz="3600" dirty="0" smtClean="0"/>
              <a:t>Requests</a:t>
            </a:r>
          </a:p>
          <a:p>
            <a:pPr marL="457200" indent="-457200">
              <a:buFont typeface="Calibri" pitchFamily="34" charset="0"/>
              <a:buChar char="›"/>
            </a:pPr>
            <a:r>
              <a:rPr lang="en-US" sz="3600" dirty="0" smtClean="0"/>
              <a:t>Responses</a:t>
            </a:r>
          </a:p>
          <a:p>
            <a:pPr marL="914400" lvl="1" indent="-457200">
              <a:buFont typeface="Calibri" pitchFamily="34" charset="0"/>
              <a:buChar char="›"/>
            </a:pPr>
            <a:r>
              <a:rPr lang="en-US" sz="3200" dirty="0" smtClean="0"/>
              <a:t>Static </a:t>
            </a:r>
          </a:p>
          <a:p>
            <a:pPr marL="914400" lvl="1" indent="-457200">
              <a:buFont typeface="Calibri" pitchFamily="34" charset="0"/>
              <a:buChar char="›"/>
            </a:pPr>
            <a:r>
              <a:rPr lang="en-US" sz="3200" dirty="0" smtClean="0"/>
              <a:t>Dynamic</a:t>
            </a:r>
          </a:p>
          <a:p>
            <a:pPr marL="457200" indent="-457200">
              <a:buFont typeface="Calibri" pitchFamily="34" charset="0"/>
              <a:buChar char="›"/>
            </a:pPr>
            <a:r>
              <a:rPr lang="en-US" sz="3600" dirty="0" smtClean="0"/>
              <a:t>Resources</a:t>
            </a:r>
          </a:p>
          <a:p>
            <a:pPr marL="457200" indent="-457200">
              <a:buFont typeface="Calibri" pitchFamily="34" charset="0"/>
              <a:buChar char="›"/>
            </a:pPr>
            <a:r>
              <a:rPr lang="en-US" sz="3600" dirty="0" smtClean="0"/>
              <a:t>Connections</a:t>
            </a:r>
          </a:p>
          <a:p>
            <a:pPr marL="457200" indent="-457200">
              <a:buFont typeface="Calibri" pitchFamily="34" charset="0"/>
              <a:buChar char="›"/>
            </a:pPr>
            <a:r>
              <a:rPr lang="en-US" sz="3600" dirty="0" smtClean="0"/>
              <a:t>Sessions</a:t>
            </a:r>
          </a:p>
        </p:txBody>
      </p:sp>
    </p:spTree>
    <p:extLst>
      <p:ext uri="{BB962C8B-B14F-4D97-AF65-F5344CB8AC3E}">
        <p14:creationId xmlns:p14="http://schemas.microsoft.com/office/powerpoint/2010/main" val="30622316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1905000" y="6324600"/>
            <a:ext cx="464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Testing web applications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8" name="TextBox 17"/>
          <p:cNvSpPr txBox="1"/>
          <p:nvPr/>
        </p:nvSpPr>
        <p:spPr>
          <a:xfrm>
            <a:off x="0" y="7620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How can we test the HTML</a:t>
            </a:r>
            <a:endParaRPr lang="en-US" sz="4800" dirty="0" smtClean="0"/>
          </a:p>
        </p:txBody>
      </p:sp>
      <p:sp>
        <p:nvSpPr>
          <p:cNvPr id="11" name="TextBox 10"/>
          <p:cNvSpPr txBox="1"/>
          <p:nvPr/>
        </p:nvSpPr>
        <p:spPr>
          <a:xfrm>
            <a:off x="228600" y="1905000"/>
            <a:ext cx="8686797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 smtClean="0"/>
              <a:t>View Source</a:t>
            </a:r>
          </a:p>
          <a:p>
            <a:r>
              <a:rPr lang="en-US" sz="4800" dirty="0" smtClean="0"/>
              <a:t>Rendering</a:t>
            </a:r>
            <a:endParaRPr lang="en-US" sz="4800" dirty="0" smtClean="0"/>
          </a:p>
        </p:txBody>
      </p:sp>
    </p:spTree>
    <p:extLst>
      <p:ext uri="{BB962C8B-B14F-4D97-AF65-F5344CB8AC3E}">
        <p14:creationId xmlns:p14="http://schemas.microsoft.com/office/powerpoint/2010/main" val="12717486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1905000" y="6324600"/>
            <a:ext cx="464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Testing web applications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8" name="TextBox 17"/>
          <p:cNvSpPr txBox="1"/>
          <p:nvPr/>
        </p:nvSpPr>
        <p:spPr>
          <a:xfrm>
            <a:off x="0" y="7620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CSS</a:t>
            </a:r>
            <a:endParaRPr lang="en-US" sz="4800" dirty="0" smtClean="0"/>
          </a:p>
        </p:txBody>
      </p:sp>
    </p:spTree>
    <p:extLst>
      <p:ext uri="{BB962C8B-B14F-4D97-AF65-F5344CB8AC3E}">
        <p14:creationId xmlns:p14="http://schemas.microsoft.com/office/powerpoint/2010/main" val="17102836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1905000" y="6324600"/>
            <a:ext cx="464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Testing web applications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8" name="TextBox 17"/>
          <p:cNvSpPr txBox="1"/>
          <p:nvPr/>
        </p:nvSpPr>
        <p:spPr>
          <a:xfrm>
            <a:off x="0" y="7620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JavaScript</a:t>
            </a:r>
            <a:endParaRPr lang="en-US" sz="4800" dirty="0" smtClean="0"/>
          </a:p>
        </p:txBody>
      </p:sp>
    </p:spTree>
    <p:extLst>
      <p:ext uri="{BB962C8B-B14F-4D97-AF65-F5344CB8AC3E}">
        <p14:creationId xmlns:p14="http://schemas.microsoft.com/office/powerpoint/2010/main" val="17102836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1905000" y="6324600"/>
            <a:ext cx="464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Testing web applications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8" name="TextBox 17"/>
          <p:cNvSpPr txBox="1"/>
          <p:nvPr/>
        </p:nvSpPr>
        <p:spPr>
          <a:xfrm>
            <a:off x="0" y="7620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Testing cookies</a:t>
            </a:r>
            <a:endParaRPr lang="en-US" sz="4800" dirty="0" smtClean="0"/>
          </a:p>
        </p:txBody>
      </p:sp>
      <p:sp>
        <p:nvSpPr>
          <p:cNvPr id="8" name="TextBox 7"/>
          <p:cNvSpPr txBox="1"/>
          <p:nvPr/>
        </p:nvSpPr>
        <p:spPr>
          <a:xfrm>
            <a:off x="533400" y="1602893"/>
            <a:ext cx="7772400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Calibri" pitchFamily="34" charset="0"/>
              <a:buChar char="›"/>
            </a:pPr>
            <a:r>
              <a:rPr lang="en-US" sz="3600" dirty="0" smtClean="0"/>
              <a:t>Verify behavior</a:t>
            </a:r>
          </a:p>
          <a:p>
            <a:pPr marL="457200" indent="-457200">
              <a:buFont typeface="Calibri" pitchFamily="34" charset="0"/>
              <a:buChar char="›"/>
            </a:pPr>
            <a:r>
              <a:rPr lang="en-US" sz="3600" dirty="0" smtClean="0"/>
              <a:t>View cookies</a:t>
            </a:r>
          </a:p>
          <a:p>
            <a:pPr marL="457200" indent="-457200">
              <a:buFont typeface="Calibri" pitchFamily="34" charset="0"/>
              <a:buChar char="›"/>
            </a:pPr>
            <a:r>
              <a:rPr lang="en-US" sz="3600" dirty="0" smtClean="0"/>
              <a:t>Intercept traffic (</a:t>
            </a:r>
            <a:r>
              <a:rPr lang="en-US" sz="3600" dirty="0" err="1" smtClean="0"/>
              <a:t>Wireshark</a:t>
            </a:r>
            <a:r>
              <a:rPr lang="en-US" sz="3600" dirty="0" smtClean="0"/>
              <a:t> or Fiddler)</a:t>
            </a:r>
          </a:p>
          <a:p>
            <a:pPr marL="457200" indent="-457200">
              <a:buFont typeface="Calibri" pitchFamily="34" charset="0"/>
              <a:buChar char="›"/>
            </a:pPr>
            <a:r>
              <a:rPr lang="en-US" sz="3600" dirty="0" smtClean="0"/>
              <a:t>Browser plugin</a:t>
            </a:r>
          </a:p>
          <a:p>
            <a:pPr marL="914400" lvl="1" indent="-457200">
              <a:buFont typeface="Calibri" pitchFamily="34" charset="0"/>
              <a:buChar char="›"/>
            </a:pPr>
            <a:r>
              <a:rPr lang="en-US" sz="3600" dirty="0" smtClean="0"/>
              <a:t>Chrome: edit this cookie</a:t>
            </a:r>
          </a:p>
          <a:p>
            <a:pPr marL="914400" lvl="1" indent="-457200">
              <a:buFont typeface="Calibri" pitchFamily="34" charset="0"/>
              <a:buChar char="›"/>
            </a:pPr>
            <a:endParaRPr lang="en-US" sz="3600" dirty="0" smtClean="0"/>
          </a:p>
        </p:txBody>
      </p:sp>
    </p:spTree>
    <p:extLst>
      <p:ext uri="{BB962C8B-B14F-4D97-AF65-F5344CB8AC3E}">
        <p14:creationId xmlns:p14="http://schemas.microsoft.com/office/powerpoint/2010/main" val="3202886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1905000" y="6324600"/>
            <a:ext cx="464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Testing web applications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8" name="TextBox 17"/>
          <p:cNvSpPr txBox="1"/>
          <p:nvPr/>
        </p:nvSpPr>
        <p:spPr>
          <a:xfrm>
            <a:off x="0" y="7620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Browser tools</a:t>
            </a:r>
            <a:endParaRPr lang="en-US" sz="4800" dirty="0" smtClean="0"/>
          </a:p>
        </p:txBody>
      </p:sp>
      <p:sp>
        <p:nvSpPr>
          <p:cNvPr id="8" name="TextBox 7"/>
          <p:cNvSpPr txBox="1"/>
          <p:nvPr/>
        </p:nvSpPr>
        <p:spPr>
          <a:xfrm>
            <a:off x="533400" y="1602893"/>
            <a:ext cx="77724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smtClean="0"/>
              <a:t>Chrome: Deve</a:t>
            </a:r>
            <a:r>
              <a:rPr lang="en-US" sz="3600" dirty="0" smtClean="0"/>
              <a:t>loper tools (built in)</a:t>
            </a:r>
          </a:p>
          <a:p>
            <a:r>
              <a:rPr lang="en-US" sz="3600" dirty="0" smtClean="0"/>
              <a:t>Firefox: Firebug (plugin)</a:t>
            </a:r>
          </a:p>
          <a:p>
            <a:r>
              <a:rPr lang="en-US" sz="3600" smtClean="0"/>
              <a:t>IE: F12</a:t>
            </a:r>
            <a:endParaRPr lang="en-US" sz="3600" dirty="0" smtClean="0"/>
          </a:p>
          <a:p>
            <a:pPr marL="914400" lvl="1" indent="-457200">
              <a:buFont typeface="Calibri" pitchFamily="34" charset="0"/>
              <a:buChar char="›"/>
            </a:pPr>
            <a:endParaRPr lang="en-US" sz="3600" dirty="0" smtClean="0"/>
          </a:p>
        </p:txBody>
      </p:sp>
    </p:spTree>
    <p:extLst>
      <p:ext uri="{BB962C8B-B14F-4D97-AF65-F5344CB8AC3E}">
        <p14:creationId xmlns:p14="http://schemas.microsoft.com/office/powerpoint/2010/main" val="5350944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123</TotalTime>
  <Words>105</Words>
  <Application>Microsoft Office PowerPoint</Application>
  <PresentationFormat>On-screen Show (4:3)</PresentationFormat>
  <Paragraphs>46</Paragraphs>
  <Slides>7</Slides>
  <Notes>7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8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Ancestry.com Operations, Inc.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Aaron Evans</dc:creator>
  <cp:lastModifiedBy>Aaron Evans</cp:lastModifiedBy>
  <cp:revision>5</cp:revision>
  <dcterms:created xsi:type="dcterms:W3CDTF">2013-03-08T22:30:22Z</dcterms:created>
  <dcterms:modified xsi:type="dcterms:W3CDTF">2013-03-09T00:34:15Z</dcterms:modified>
</cp:coreProperties>
</file>