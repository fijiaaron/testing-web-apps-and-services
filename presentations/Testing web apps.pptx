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7" r:id="rId2"/>
    <p:sldId id="258" r:id="rId3"/>
    <p:sldId id="259" r:id="rId4"/>
    <p:sldId id="263" r:id="rId5"/>
    <p:sldId id="260" r:id="rId6"/>
    <p:sldId id="261" r:id="rId7"/>
    <p:sldId id="264" r:id="rId8"/>
    <p:sldId id="262" r:id="rId9"/>
    <p:sldId id="265" r:id="rId10"/>
    <p:sldId id="266" r:id="rId11"/>
    <p:sldId id="267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5951" autoAdjust="0"/>
  </p:normalViewPr>
  <p:slideViewPr>
    <p:cSldViewPr>
      <p:cViewPr varScale="1">
        <p:scale>
          <a:sx n="52" d="100"/>
          <a:sy n="52" d="100"/>
        </p:scale>
        <p:origin x="-2688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12C2AF-FB53-4902-8686-E189B5D70A4D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0A91D8-B09E-45D4-9BBC-197DC954088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015537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Chrome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CSS Tester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https://chrome.google.com/webstore/detail/css-tester/pjncppaiejjkcjlcgegcbmhgkflhenfp?hl=en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cookie is a small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piece of data that the browser allows to be stored on the client.  </a:t>
            </a: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only data (with a few exceptions) that the server can save to the clients computer and retrieve it.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Cookies are part of the sandbox security model of the browser.  There have been a few exploits related to cookies.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Cookies are designed to not be shared.  Only the host that set the cookie can retrieve it.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sites – especially advertisers – like Google and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can share your cookie information.  So any page with Google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Adwords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a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“like” button can be tracked by them and they can build a history of sites you visit.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cookie is basically a name and a value, with a few other attributes such as expiration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Google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Chrome, you can use the developer tools console to set a cookie:</a:t>
            </a:r>
          </a:p>
          <a:p>
            <a:endParaRPr lang="en-US" sz="1200" b="0" i="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expDate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new Date();</a:t>
            </a:r>
          </a:p>
          <a:p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expDate.setDate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expDate.getDate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+ 1);</a:t>
            </a:r>
          </a:p>
          <a:p>
            <a:endParaRPr lang="en-US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document.cookie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“key=value; Expires=“ + exp;</a:t>
            </a:r>
          </a:p>
          <a:p>
            <a:endParaRPr lang="en-US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https://chrome.google.com/webstore/detail/chocochip-cookie-manager/cdllihdpcibkhhkidaicoeeiammjkokm/related?hl=en-US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dirty="0" smtClean="0"/>
              <a:t>Control Panel -&gt; Clock, Language and Region -&gt; Regional and Language Options -&gt; Administrative</a:t>
            </a:r>
            <a:r>
              <a:rPr lang="en-US" sz="1200" baseline="0" dirty="0" smtClean="0"/>
              <a:t> tab -&gt; Languages for non Unicode programs (System Locale) -&gt; Change System Locale (Restart)</a:t>
            </a:r>
            <a:endParaRPr lang="en-US" sz="1200" dirty="0" smtClean="0"/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5077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832050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137565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737350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305800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950464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459274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291993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199637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768407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458810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F76D1-06A1-4878-995B-DD4F41EEDC53}" type="datetimeFigureOut">
              <a:rPr lang="en-US" smtClean="0"/>
              <a:pPr/>
              <a:t>3/9/2013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832702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chrome.google.com/webstore/detail/css-tester/pjncppaiejjkcjlcgegcbmhgkflhenfp?hl=e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www.htmlhelp.com/cgi-bin/csscheck.cgi" TargetMode="External"/><Relationship Id="rId5" Type="http://schemas.openxmlformats.org/officeDocument/2006/relationships/hyperlink" Target="http://jigsaw.w3.org/css-validator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133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Web Applications</a:t>
            </a:r>
          </a:p>
        </p:txBody>
      </p:sp>
    </p:spTree>
    <p:extLst>
      <p:ext uri="{BB962C8B-B14F-4D97-AF65-F5344CB8AC3E}">
        <p14:creationId xmlns="" xmlns:p14="http://schemas.microsoft.com/office/powerpoint/2010/main" val="222584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What’s in a web app?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602893"/>
            <a:ext cx="3581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Client (Browser)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HTML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CSS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JavaScript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Cookies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Network </a:t>
            </a:r>
            <a:endParaRPr lang="en-US" sz="3600" dirty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4400" y="1602893"/>
            <a:ext cx="406630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Server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Requests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Responses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200" dirty="0" smtClean="0"/>
              <a:t>Static 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200" dirty="0" smtClean="0"/>
              <a:t>Dynamic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Resources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Connections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Sessions</a:t>
            </a:r>
          </a:p>
        </p:txBody>
      </p:sp>
    </p:spTree>
    <p:extLst>
      <p:ext uri="{BB962C8B-B14F-4D97-AF65-F5344CB8AC3E}">
        <p14:creationId xmlns="" xmlns:p14="http://schemas.microsoft.com/office/powerpoint/2010/main" val="3062231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can we test HTML?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905000"/>
            <a:ext cx="868679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Rendering (how it looks)</a:t>
            </a:r>
          </a:p>
          <a:p>
            <a:r>
              <a:rPr lang="en-US" sz="3600" dirty="0" smtClean="0"/>
              <a:t>View Source</a:t>
            </a:r>
          </a:p>
          <a:p>
            <a:r>
              <a:rPr lang="en-US" sz="3600" dirty="0" smtClean="0"/>
              <a:t>HTML </a:t>
            </a:r>
            <a:r>
              <a:rPr lang="en-US" sz="3600" dirty="0" err="1" smtClean="0"/>
              <a:t>validator</a:t>
            </a:r>
            <a:endParaRPr lang="en-US" sz="3600" dirty="0" smtClean="0"/>
          </a:p>
          <a:p>
            <a:r>
              <a:rPr lang="en-US" sz="2400" dirty="0" smtClean="0"/>
              <a:t>	 http://validator.w3.org/</a:t>
            </a:r>
            <a:endParaRPr lang="en-US" sz="3600" dirty="0" smtClean="0"/>
          </a:p>
          <a:p>
            <a:r>
              <a:rPr lang="en-US" sz="3600" dirty="0" err="1" smtClean="0"/>
              <a:t>Plugins</a:t>
            </a:r>
            <a:endParaRPr lang="en-US" sz="3600" dirty="0" smtClean="0"/>
          </a:p>
          <a:p>
            <a:r>
              <a:rPr lang="en-US" sz="3600" dirty="0" smtClean="0"/>
              <a:t>Cross-Browser</a:t>
            </a:r>
          </a:p>
          <a:p>
            <a:r>
              <a:rPr lang="en-US" sz="3600" dirty="0" smtClean="0"/>
              <a:t>Media (screen, print, projection)</a:t>
            </a:r>
          </a:p>
        </p:txBody>
      </p:sp>
    </p:spTree>
    <p:extLst>
      <p:ext uri="{BB962C8B-B14F-4D97-AF65-F5344CB8AC3E}">
        <p14:creationId xmlns="" xmlns:p14="http://schemas.microsoft.com/office/powerpoint/2010/main" val="1271748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Browser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02893"/>
            <a:ext cx="77724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Chrome: Developer tools (built in), Firebug </a:t>
            </a:r>
            <a:r>
              <a:rPr lang="en-US" sz="3600" dirty="0" err="1" smtClean="0"/>
              <a:t>Lite</a:t>
            </a:r>
            <a:endParaRPr lang="en-US" sz="3600" dirty="0" smtClean="0"/>
          </a:p>
          <a:p>
            <a:r>
              <a:rPr lang="en-US" sz="3600" dirty="0" smtClean="0"/>
              <a:t>Firefox: Firebug (plugin)</a:t>
            </a:r>
          </a:p>
          <a:p>
            <a:r>
              <a:rPr lang="en-US" sz="3600" dirty="0" smtClean="0"/>
              <a:t>IE: F12</a:t>
            </a:r>
          </a:p>
          <a:p>
            <a:pPr marL="914400" lvl="1" indent="-457200">
              <a:buFont typeface="Calibri" pitchFamily="34" charset="0"/>
              <a:buChar char="›"/>
            </a:pPr>
            <a:endParaRPr lang="en-US" sz="3600" dirty="0" smtClean="0"/>
          </a:p>
        </p:txBody>
      </p:sp>
    </p:spTree>
    <p:extLst>
      <p:ext uri="{BB962C8B-B14F-4D97-AF65-F5344CB8AC3E}">
        <p14:creationId xmlns=""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can we test CSS?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905000"/>
            <a:ext cx="8686797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Visually</a:t>
            </a:r>
          </a:p>
          <a:p>
            <a:r>
              <a:rPr lang="en-US" sz="3600" dirty="0" smtClean="0"/>
              <a:t>View Source	</a:t>
            </a:r>
          </a:p>
          <a:p>
            <a:r>
              <a:rPr lang="en-US" sz="3600" dirty="0" smtClean="0"/>
              <a:t>CSS </a:t>
            </a:r>
            <a:r>
              <a:rPr lang="en-US" sz="3600" dirty="0" err="1" smtClean="0"/>
              <a:t>validator</a:t>
            </a:r>
            <a:endParaRPr lang="en-US" sz="3600" dirty="0" smtClean="0"/>
          </a:p>
          <a:p>
            <a:r>
              <a:rPr lang="en-US" sz="3600" dirty="0" smtClean="0"/>
              <a:t>	 </a:t>
            </a:r>
            <a:r>
              <a:rPr lang="en-US" sz="2400" dirty="0" smtClean="0">
                <a:hlinkClick r:id="rId5"/>
              </a:rPr>
              <a:t>http://jigsaw.w3.org/css-validator/</a:t>
            </a:r>
            <a:endParaRPr lang="en-US" sz="2400" dirty="0" smtClean="0"/>
          </a:p>
          <a:p>
            <a:r>
              <a:rPr lang="en-US" sz="2400" dirty="0" smtClean="0"/>
              <a:t>	</a:t>
            </a:r>
            <a:r>
              <a:rPr lang="en-US" sz="2400" dirty="0" smtClean="0">
                <a:hlinkClick r:id="rId6"/>
              </a:rPr>
              <a:t>http://www.htmlhelp.com/cgi-bin/csscheck.cgi</a:t>
            </a:r>
            <a:endParaRPr lang="en-US" sz="2400" dirty="0" smtClean="0"/>
          </a:p>
          <a:p>
            <a:r>
              <a:rPr lang="en-US" sz="3600" dirty="0" smtClean="0"/>
              <a:t>CSS Tester plugin </a:t>
            </a:r>
            <a:r>
              <a:rPr lang="en-US" sz="2400" dirty="0" smtClean="0">
                <a:hlinkClick r:id="rId7"/>
              </a:rPr>
              <a:t>https://chrome.google.com/webstore/detail/css-tester/pjncppaiejjkcjlcgegcbmhgkflhenfp?hl=en</a:t>
            </a:r>
            <a:endParaRPr lang="en-US" sz="2400" dirty="0" smtClean="0"/>
          </a:p>
          <a:p>
            <a:endParaRPr lang="en-US" sz="2400" dirty="0" smtClean="0"/>
          </a:p>
        </p:txBody>
      </p:sp>
    </p:spTree>
    <p:extLst>
      <p:ext uri="{BB962C8B-B14F-4D97-AF65-F5344CB8AC3E}">
        <p14:creationId xmlns="" xmlns:p14="http://schemas.microsoft.com/office/powerpoint/2010/main" val="1710283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can we test JavaScript?</a:t>
            </a:r>
          </a:p>
        </p:txBody>
      </p:sp>
    </p:spTree>
    <p:extLst>
      <p:ext uri="{BB962C8B-B14F-4D97-AF65-F5344CB8AC3E}">
        <p14:creationId xmlns="" xmlns:p14="http://schemas.microsoft.com/office/powerpoint/2010/main" val="1710283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Cookies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52600"/>
            <a:ext cx="21336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Name </a:t>
            </a:r>
          </a:p>
          <a:p>
            <a:r>
              <a:rPr lang="en-US" sz="2400" dirty="0" smtClean="0"/>
              <a:t>Value </a:t>
            </a:r>
          </a:p>
          <a:p>
            <a:r>
              <a:rPr lang="en-US" sz="2400" dirty="0" smtClean="0"/>
              <a:t>Domain</a:t>
            </a:r>
          </a:p>
          <a:p>
            <a:r>
              <a:rPr lang="en-US" sz="2400" dirty="0" smtClean="0"/>
              <a:t>Path </a:t>
            </a:r>
          </a:p>
          <a:p>
            <a:r>
              <a:rPr lang="en-US" sz="2400" dirty="0" smtClean="0"/>
              <a:t>Expires </a:t>
            </a:r>
          </a:p>
          <a:p>
            <a:r>
              <a:rPr lang="en-US" sz="2400" dirty="0" smtClean="0"/>
              <a:t>Secure</a:t>
            </a:r>
          </a:p>
          <a:p>
            <a:r>
              <a:rPr lang="en-US" sz="2400" dirty="0" err="1" smtClean="0"/>
              <a:t>HttpOnly</a:t>
            </a:r>
            <a:endParaRPr lang="en-US" sz="4800" dirty="0" smtClean="0"/>
          </a:p>
        </p:txBody>
      </p:sp>
      <p:sp>
        <p:nvSpPr>
          <p:cNvPr id="12" name="TextBox 11"/>
          <p:cNvSpPr txBox="1"/>
          <p:nvPr/>
        </p:nvSpPr>
        <p:spPr>
          <a:xfrm>
            <a:off x="457200" y="4419600"/>
            <a:ext cx="8458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Set-Cookie: user=Aaron; Domain=one-shore.com; Expires=</a:t>
            </a:r>
            <a:r>
              <a:rPr lang="fi-FI" sz="3200" dirty="0" smtClean="0"/>
              <a:t> Mon Mar 17 2014 18:42:17 GMT-0600; </a:t>
            </a:r>
            <a:r>
              <a:rPr lang="en-US" sz="3200" dirty="0" smtClean="0"/>
              <a:t>Path=/; </a:t>
            </a:r>
            <a:r>
              <a:rPr lang="fi-FI" sz="3200" dirty="0" smtClean="0"/>
              <a:t>Secure; HttpOnly</a:t>
            </a:r>
            <a:endParaRPr lang="en-US" sz="3200" dirty="0" smtClean="0"/>
          </a:p>
        </p:txBody>
      </p:sp>
      <p:pic>
        <p:nvPicPr>
          <p:cNvPr id="13" name="Picture 12" descr="cookie.jp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2971800" y="1600200"/>
            <a:ext cx="2816087" cy="25908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allAtOnce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02893"/>
            <a:ext cx="77724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Verify behavior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View cookies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Intercept traffic (</a:t>
            </a:r>
            <a:r>
              <a:rPr lang="en-US" sz="3600" dirty="0" err="1" smtClean="0"/>
              <a:t>Wireshark</a:t>
            </a:r>
            <a:r>
              <a:rPr lang="en-US" sz="3600" dirty="0" smtClean="0"/>
              <a:t> or Fiddler)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Browser plugin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Chrome: edit this cookie	</a:t>
            </a:r>
          </a:p>
          <a:p>
            <a:pPr marL="914400" lvl="1" indent="-457200">
              <a:buFont typeface="Calibri" pitchFamily="34" charset="0"/>
              <a:buChar char="›"/>
            </a:pPr>
            <a:endParaRPr lang="en-US" sz="3600" dirty="0" smtClean="0"/>
          </a:p>
        </p:txBody>
      </p:sp>
    </p:spTree>
    <p:extLst>
      <p:ext uri="{BB962C8B-B14F-4D97-AF65-F5344CB8AC3E}">
        <p14:creationId xmlns="" xmlns:p14="http://schemas.microsoft.com/office/powerpoint/2010/main" val="32028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Clearing Cookies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Setting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02893"/>
            <a:ext cx="7772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From the console</a:t>
            </a:r>
          </a:p>
          <a:p>
            <a:endParaRPr lang="en-US" sz="3600" dirty="0" smtClean="0"/>
          </a:p>
          <a:p>
            <a:r>
              <a:rPr lang="en-US" sz="3600" dirty="0" smtClean="0"/>
              <a:t>From a browser plugin</a:t>
            </a:r>
          </a:p>
          <a:p>
            <a:r>
              <a:rPr lang="en-US" sz="3600" dirty="0" smtClean="0"/>
              <a:t>	</a:t>
            </a:r>
            <a:r>
              <a:rPr lang="en-US" sz="2400" dirty="0" smtClean="0"/>
              <a:t>Chrome: </a:t>
            </a:r>
          </a:p>
          <a:p>
            <a:r>
              <a:rPr lang="en-US" sz="2400" dirty="0" smtClean="0"/>
              <a:t>		Edit This Cookie </a:t>
            </a:r>
            <a:br>
              <a:rPr lang="en-US" sz="2400" dirty="0" smtClean="0"/>
            </a:br>
            <a:r>
              <a:rPr lang="en-US" sz="2400" dirty="0" smtClean="0"/>
              <a:t>		</a:t>
            </a:r>
            <a:r>
              <a:rPr lang="en-US" sz="2400" dirty="0" err="1" smtClean="0"/>
              <a:t>ChocoChip</a:t>
            </a:r>
            <a:r>
              <a:rPr lang="en-US" sz="2400" dirty="0" smtClean="0"/>
              <a:t> - Cookie Manager</a:t>
            </a:r>
          </a:p>
          <a:p>
            <a:endParaRPr lang="en-US" sz="2400" dirty="0" smtClean="0"/>
          </a:p>
          <a:p>
            <a:endParaRPr lang="en-US" sz="3600" dirty="0" smtClean="0"/>
          </a:p>
          <a:p>
            <a:pPr marL="914400" lvl="1" indent="-457200">
              <a:buFont typeface="Calibri" pitchFamily="34" charset="0"/>
              <a:buChar char="›"/>
            </a:pPr>
            <a:endParaRPr lang="en-US" sz="3600" dirty="0" smtClean="0"/>
          </a:p>
        </p:txBody>
      </p:sp>
    </p:spTree>
    <p:extLst>
      <p:ext uri="{BB962C8B-B14F-4D97-AF65-F5344CB8AC3E}">
        <p14:creationId xmlns=""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the locale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Change locale in Control </a:t>
            </a:r>
            <a:r>
              <a:rPr lang="en-US" sz="3600" dirty="0" smtClean="0"/>
              <a:t>Panel</a:t>
            </a:r>
            <a:endParaRPr lang="en-US" sz="3600" dirty="0" smtClean="0"/>
          </a:p>
          <a:p>
            <a:r>
              <a:rPr lang="en-US" sz="3600" dirty="0" smtClean="0"/>
              <a:t>Change HTTP Header</a:t>
            </a:r>
          </a:p>
          <a:p>
            <a:r>
              <a:rPr lang="en-US" sz="2400" dirty="0" smtClean="0"/>
              <a:t>	Accept-language: </a:t>
            </a:r>
            <a:r>
              <a:rPr lang="en-US" sz="2400" dirty="0" err="1" smtClean="0"/>
              <a:t>en_US</a:t>
            </a:r>
            <a:r>
              <a:rPr lang="en-US" sz="2400" dirty="0" smtClean="0"/>
              <a:t>; q=-</a:t>
            </a:r>
            <a:r>
              <a:rPr lang="en-US" sz="2400" dirty="0" smtClean="0"/>
              <a:t>0.5</a:t>
            </a:r>
            <a:endParaRPr lang="en-US" sz="2400" dirty="0" smtClean="0"/>
          </a:p>
          <a:p>
            <a:r>
              <a:rPr lang="en-US" sz="3600" dirty="0" smtClean="0"/>
              <a:t>Browser settings</a:t>
            </a:r>
          </a:p>
          <a:p>
            <a:r>
              <a:rPr lang="en-US" sz="3600" dirty="0" smtClean="0"/>
              <a:t>	</a:t>
            </a:r>
            <a:r>
              <a:rPr lang="en-US" sz="2400" dirty="0" smtClean="0"/>
              <a:t>IE Settings</a:t>
            </a:r>
          </a:p>
          <a:p>
            <a:r>
              <a:rPr lang="en-US" sz="2400" dirty="0" smtClean="0"/>
              <a:t>	chrome</a:t>
            </a:r>
            <a:r>
              <a:rPr lang="en-US" sz="2400" dirty="0" smtClean="0"/>
              <a:t>://settings/languages</a:t>
            </a:r>
          </a:p>
          <a:p>
            <a:r>
              <a:rPr lang="en-US" sz="3600" smtClean="0"/>
              <a:t>Browser Plugin</a:t>
            </a:r>
            <a:endParaRPr lang="en-US" sz="3600" dirty="0" smtClean="0"/>
          </a:p>
        </p:txBody>
      </p:sp>
    </p:spTree>
    <p:extLst>
      <p:ext uri="{BB962C8B-B14F-4D97-AF65-F5344CB8AC3E}">
        <p14:creationId xmlns=""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</TotalTime>
  <Words>421</Words>
  <Application>Microsoft Office PowerPoint</Application>
  <PresentationFormat>On-screen Show (4:3)</PresentationFormat>
  <Paragraphs>116</Paragraphs>
  <Slides>11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Ancestry.com Operations, Inc.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Aaron Evans</dc:creator>
  <cp:lastModifiedBy>Aaron Evans</cp:lastModifiedBy>
  <cp:revision>34</cp:revision>
  <dcterms:created xsi:type="dcterms:W3CDTF">2013-03-08T22:30:22Z</dcterms:created>
  <dcterms:modified xsi:type="dcterms:W3CDTF">2013-03-10T06:41:31Z</dcterms:modified>
</cp:coreProperties>
</file>